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Health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simple breakdown of our numbers (Apr - Aug 2024)</a:t>
            </a:r>
          </a:p>
          <a:p>
            <a:r>
              <a:t>Labhyansh Solution</a:t>
            </a:r>
          </a:p>
          <a:p>
            <a:r>
              <a:t>Prepared by: Aviral Dubey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We Looking 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 took raw accounting data and made it easy to understand.</a:t>
            </a:r>
          </a:p>
          <a:p>
            <a:pPr/>
            <a:r>
              <a:t>We are looking at 5 months of activity: April to August 2024.</a:t>
            </a:r>
          </a:p>
          <a:p>
            <a:pPr/>
            <a:r>
              <a:t>The goal is to see if we are making money, where it's coming from, and where it's going.</a:t>
            </a:r>
          </a:p>
          <a:p>
            <a:pPr/>
            <a:r>
              <a:t>No complex accounting terms—just straightforward business insights!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Picture: Are We Making Money?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Total Money In (Revenue): Rs. 6.78 Cr</a:t>
            </a:r>
          </a:p>
          <a:p>
            <a:pPr/>
            <a:r>
              <a:t>2. Total Money Out (Expenses): Rs. 6.11 Cr</a:t>
            </a:r>
          </a:p>
          <a:p>
            <a:pPr/>
            <a:r>
              <a:t>3. What We Kept (Net Profit): Rs. 67.77 L</a:t>
            </a:r>
          </a:p>
          <a:p>
            <a:pPr/>
            <a:r>
              <a:t>We are profitable! For every Rs. 100 we make, we keep about Rs. 10 as profit.</a:t>
            </a:r>
          </a:p>
          <a:p>
            <a:pPr/>
            <a:r>
              <a:t>Our sales grew by an impressive 40% over these 5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Did We Do Month by Month?</a:t>
            </a:r>
          </a:p>
        </p:txBody>
      </p:sp>
      <p:pic>
        <p:nvPicPr>
          <p:cNvPr id="3" name="Picture 2" descr="04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92480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is the Money Going?</a:t>
            </a:r>
          </a:p>
        </p:txBody>
      </p:sp>
      <p:pic>
        <p:nvPicPr>
          <p:cNvPr id="3" name="Picture 2" descr="06_expens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90655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Own &amp; Our Cash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Value of Things We Own (Assets): Rs. 24.81 Cr</a:t>
            </a:r>
          </a:p>
          <a:p>
            <a:pPr/>
            <a:r>
              <a:t>This includes our machinery, vehicles, and customer dues.</a:t>
            </a:r>
          </a:p>
          <a:p>
            <a:pPr/>
            <a:r>
              <a:t>Cash on Hand &amp; in Bank: Rs. 4.51 Cr</a:t>
            </a:r>
          </a:p>
          <a:p>
            <a:pPr/>
            <a:r>
              <a:t>Having this much cash is great. It means we can comfortably pay bills and handle small emergencies.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Hidden Risk: Who Pays Us?</a:t>
            </a:r>
          </a:p>
        </p:txBody>
      </p:sp>
      <p:pic>
        <p:nvPicPr>
          <p:cNvPr id="3" name="Picture 2" descr="08_concentration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923762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Should We Do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Negotiate Better Deals: Purchases are our biggest cost. Even a 2% discount will save us lakhs.</a:t>
            </a:r>
          </a:p>
          <a:p>
            <a:pPr/>
            <a:r>
              <a:t>2. Find New Customers: Right now, 5 customers bring in 80% of our money. If one leaves, it hurts. We need to diversify.</a:t>
            </a:r>
          </a:p>
          <a:p>
            <a:pPr/>
            <a:r>
              <a:t>3. Review Team Setup: Our team costs are reasonable, but we should make sure everyone has exactly what they need to be productive.</a:t>
            </a:r>
          </a:p>
          <a:p>
            <a:pPr/>
            <a:r>
              <a:t>4. Keep Cash Safe: Let's keep 2-3 months of expenses in the bank, untouched, just in case.</a:t>
            </a:r>
          </a:p>
          <a:p>
            <a:pPr/>
            <a:r>
              <a:t>5. Keep Watching: Let's do this review every month so we aren't surprised by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